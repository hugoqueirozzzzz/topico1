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3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3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ngrid.stephaniesg@outlook.com" initials="i" lastIdx="6" clrIdx="0">
    <p:extLst>
      <p:ext uri="{19B8F6BF-5375-455C-9EA6-DF929625EA0E}">
        <p15:presenceInfo xmlns:p15="http://schemas.microsoft.com/office/powerpoint/2012/main" userId="12db7d669fc16d7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5811"/>
    <a:srgbClr val="D1B2E8"/>
    <a:srgbClr val="CBA9E5"/>
    <a:srgbClr val="BD92DE"/>
    <a:srgbClr val="DBDBDB"/>
    <a:srgbClr val="C55A11"/>
    <a:srgbClr val="D1CCC9"/>
    <a:srgbClr val="E8E8E8"/>
    <a:srgbClr val="4472C4"/>
    <a:srgbClr val="F486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127AAA3-2A70-4478-914A-E42C3F34E0EF}" v="6" dt="2026-08-24T02:20:18.2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74" autoAdjust="0"/>
    <p:restoredTop sz="94291" autoAdjust="0"/>
  </p:normalViewPr>
  <p:slideViewPr>
    <p:cSldViewPr snapToGrid="0">
      <p:cViewPr varScale="1">
        <p:scale>
          <a:sx n="107" d="100"/>
          <a:sy n="107" d="100"/>
        </p:scale>
        <p:origin x="240" y="77"/>
      </p:cViewPr>
      <p:guideLst>
        <p:guide orient="horz" pos="2228"/>
        <p:guide pos="3840"/>
      </p:guideLst>
    </p:cSldViewPr>
  </p:slideViewPr>
  <p:outlineViewPr>
    <p:cViewPr>
      <p:scale>
        <a:sx n="33" d="100"/>
        <a:sy n="33" d="100"/>
      </p:scale>
      <p:origin x="0" y="-2515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3424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43" Type="http://schemas.openxmlformats.org/officeDocument/2006/relationships/notesMaster" Target="notesMasters/notesMaster1.xml"/><Relationship Id="rId44" Type="http://schemas.openxmlformats.org/officeDocument/2006/relationships/commentAuthors" Target="commentAuthors.xml"/><Relationship Id="rId45" Type="http://schemas.openxmlformats.org/officeDocument/2006/relationships/presProps" Target="presProps.xml"/><Relationship Id="rId46" Type="http://schemas.openxmlformats.org/officeDocument/2006/relationships/viewProps" Target="viewProps.xml"/><Relationship Id="rId47" Type="http://schemas.openxmlformats.org/officeDocument/2006/relationships/theme" Target="theme/theme1.xml"/><Relationship Id="rId48" Type="http://schemas.openxmlformats.org/officeDocument/2006/relationships/tableStyles" Target="tableStyles.xml"/><Relationship Id="rId75" Type="http://schemas.microsoft.com/office/2016/11/relationships/changesInfo" Target="changesInfos/changesInfo1.xml"/><Relationship Id="rId7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berson Pinheiro" userId="c7a5b9113d4dffce" providerId="LiveId" clId="{D768A21E-9D35-4B36-9BFE-D44E2A829648}"/>
    <pc:docChg chg="undo custSel modSld">
      <pc:chgData name="Erberson Pinheiro" userId="c7a5b9113d4dffce" providerId="LiveId" clId="{D768A21E-9D35-4B36-9BFE-D44E2A829648}" dt="2026-08-24T02:21:15.911" v="90" actId="478"/>
      <pc:docMkLst>
        <pc:docMk/>
      </pc:docMkLst>
      <pc:sldChg chg="addSp delSp mod">
        <pc:chgData name="Erberson Pinheiro" userId="c7a5b9113d4dffce" providerId="LiveId" clId="{D768A21E-9D35-4B36-9BFE-D44E2A829648}" dt="2026-08-24T02:21:15.911" v="90" actId="478"/>
        <pc:sldMkLst>
          <pc:docMk/>
          <pc:sldMk cId="1362688913" sldId="256"/>
        </pc:sldMkLst>
        <pc:spChg chg="add del">
          <ac:chgData name="Erberson Pinheiro" userId="c7a5b9113d4dffce" providerId="LiveId" clId="{D768A21E-9D35-4B36-9BFE-D44E2A829648}" dt="2026-08-24T02:21:15.911" v="90" actId="478"/>
          <ac:spMkLst>
            <pc:docMk/>
            <pc:sldMk cId="1362688913" sldId="256"/>
            <ac:spMk id="3" creationId="{E638142E-0418-4E97-AF29-BE3DAC0A4C21}"/>
          </ac:spMkLst>
        </pc:spChg>
      </pc:sldChg>
      <pc:sldChg chg="modSp mod">
        <pc:chgData name="Erberson Pinheiro" userId="c7a5b9113d4dffce" providerId="LiveId" clId="{D768A21E-9D35-4B36-9BFE-D44E2A829648}" dt="2026-08-24T01:45:26.296" v="9" actId="1037"/>
        <pc:sldMkLst>
          <pc:docMk/>
          <pc:sldMk cId="1079184376" sldId="484"/>
        </pc:sldMkLst>
        <pc:spChg chg="mod">
          <ac:chgData name="Erberson Pinheiro" userId="c7a5b9113d4dffce" providerId="LiveId" clId="{D768A21E-9D35-4B36-9BFE-D44E2A829648}" dt="2026-08-24T01:45:26.296" v="9" actId="1037"/>
          <ac:spMkLst>
            <pc:docMk/>
            <pc:sldMk cId="1079184376" sldId="484"/>
            <ac:spMk id="2" creationId="{8374BC62-498A-4B31-AC26-B3FBB7D7A637}"/>
          </ac:spMkLst>
        </pc:spChg>
      </pc:sldChg>
      <pc:sldChg chg="modSp mod">
        <pc:chgData name="Erberson Pinheiro" userId="c7a5b9113d4dffce" providerId="LiveId" clId="{D768A21E-9D35-4B36-9BFE-D44E2A829648}" dt="2026-08-24T02:08:41.666" v="52" actId="14100"/>
        <pc:sldMkLst>
          <pc:docMk/>
          <pc:sldMk cId="1155331766" sldId="2874"/>
        </pc:sldMkLst>
        <pc:spChg chg="mod">
          <ac:chgData name="Erberson Pinheiro" userId="c7a5b9113d4dffce" providerId="LiveId" clId="{D768A21E-9D35-4B36-9BFE-D44E2A829648}" dt="2026-08-24T02:08:32.896" v="50" actId="14100"/>
          <ac:spMkLst>
            <pc:docMk/>
            <pc:sldMk cId="1155331766" sldId="2874"/>
            <ac:spMk id="2" creationId="{B9A1D14E-C784-5793-5BD9-D894312E43D9}"/>
          </ac:spMkLst>
        </pc:spChg>
        <pc:spChg chg="mod">
          <ac:chgData name="Erberson Pinheiro" userId="c7a5b9113d4dffce" providerId="LiveId" clId="{D768A21E-9D35-4B36-9BFE-D44E2A829648}" dt="2026-08-24T02:08:37.482" v="51" actId="14100"/>
          <ac:spMkLst>
            <pc:docMk/>
            <pc:sldMk cId="1155331766" sldId="2874"/>
            <ac:spMk id="3" creationId="{06AC6BCE-91ED-6D89-AA13-0F31C23715D6}"/>
          </ac:spMkLst>
        </pc:spChg>
        <pc:spChg chg="mod">
          <ac:chgData name="Erberson Pinheiro" userId="c7a5b9113d4dffce" providerId="LiveId" clId="{D768A21E-9D35-4B36-9BFE-D44E2A829648}" dt="2026-08-24T02:08:32.896" v="50" actId="14100"/>
          <ac:spMkLst>
            <pc:docMk/>
            <pc:sldMk cId="1155331766" sldId="2874"/>
            <ac:spMk id="7" creationId="{6FF2EC0F-8553-8CAA-8720-72C17BE5542D}"/>
          </ac:spMkLst>
        </pc:spChg>
        <pc:picChg chg="mod">
          <ac:chgData name="Erberson Pinheiro" userId="c7a5b9113d4dffce" providerId="LiveId" clId="{D768A21E-9D35-4B36-9BFE-D44E2A829648}" dt="2026-08-24T02:08:41.666" v="52" actId="14100"/>
          <ac:picMkLst>
            <pc:docMk/>
            <pc:sldMk cId="1155331766" sldId="2874"/>
            <ac:picMk id="5" creationId="{92EA43C9-E8D6-0167-950E-E81F40246851}"/>
          </ac:picMkLst>
        </pc:picChg>
      </pc:sldChg>
      <pc:sldChg chg="addSp delSp modSp mod addAnim delAnim modAnim">
        <pc:chgData name="Erberson Pinheiro" userId="c7a5b9113d4dffce" providerId="LiveId" clId="{D768A21E-9D35-4B36-9BFE-D44E2A829648}" dt="2026-08-24T02:18:47.301" v="86"/>
        <pc:sldMkLst>
          <pc:docMk/>
          <pc:sldMk cId="1959901733" sldId="3184"/>
        </pc:sldMkLst>
        <pc:picChg chg="del">
          <ac:chgData name="Erberson Pinheiro" userId="c7a5b9113d4dffce" providerId="LiveId" clId="{D768A21E-9D35-4B36-9BFE-D44E2A829648}" dt="2026-08-24T02:10:05.467" v="77" actId="478"/>
          <ac:picMkLst>
            <pc:docMk/>
            <pc:sldMk cId="1959901733" sldId="3184"/>
            <ac:picMk id="5" creationId="{9B7D7E75-39E8-00AE-B5D7-7900A66D62D0}"/>
          </ac:picMkLst>
        </pc:picChg>
        <pc:picChg chg="add mod">
          <ac:chgData name="Erberson Pinheiro" userId="c7a5b9113d4dffce" providerId="LiveId" clId="{D768A21E-9D35-4B36-9BFE-D44E2A829648}" dt="2026-08-24T02:18:34.585" v="84" actId="14100"/>
          <ac:picMkLst>
            <pc:docMk/>
            <pc:sldMk cId="1959901733" sldId="3184"/>
            <ac:picMk id="7" creationId="{428CB43D-66FD-479C-D2C2-ED6DF1F914CC}"/>
          </ac:picMkLst>
        </pc:picChg>
      </pc:sldChg>
      <pc:sldChg chg="modSp mod">
        <pc:chgData name="Erberson Pinheiro" userId="c7a5b9113d4dffce" providerId="LiveId" clId="{D768A21E-9D35-4B36-9BFE-D44E2A829648}" dt="2026-08-24T01:54:52.565" v="47" actId="1036"/>
        <pc:sldMkLst>
          <pc:docMk/>
          <pc:sldMk cId="2645535636" sldId="3213"/>
        </pc:sldMkLst>
        <pc:spChg chg="mod">
          <ac:chgData name="Erberson Pinheiro" userId="c7a5b9113d4dffce" providerId="LiveId" clId="{D768A21E-9D35-4B36-9BFE-D44E2A829648}" dt="2026-08-24T01:54:37.276" v="11" actId="14100"/>
          <ac:spMkLst>
            <pc:docMk/>
            <pc:sldMk cId="2645535636" sldId="3213"/>
            <ac:spMk id="2" creationId="{C9608A67-8071-3E07-2BCE-6EF8E16AC180}"/>
          </ac:spMkLst>
        </pc:spChg>
        <pc:spChg chg="mod">
          <ac:chgData name="Erberson Pinheiro" userId="c7a5b9113d4dffce" providerId="LiveId" clId="{D768A21E-9D35-4B36-9BFE-D44E2A829648}" dt="2026-08-24T01:54:37.276" v="11" actId="14100"/>
          <ac:spMkLst>
            <pc:docMk/>
            <pc:sldMk cId="2645535636" sldId="3213"/>
            <ac:spMk id="5" creationId="{556E1252-9087-A6A1-4329-6F2B002EE1AD}"/>
          </ac:spMkLst>
        </pc:spChg>
        <pc:spChg chg="mod">
          <ac:chgData name="Erberson Pinheiro" userId="c7a5b9113d4dffce" providerId="LiveId" clId="{D768A21E-9D35-4B36-9BFE-D44E2A829648}" dt="2026-08-24T01:54:28.739" v="10" actId="14100"/>
          <ac:spMkLst>
            <pc:docMk/>
            <pc:sldMk cId="2645535636" sldId="3213"/>
            <ac:spMk id="6" creationId="{D1388877-0B9B-083F-7F14-B2830A60E23F}"/>
          </ac:spMkLst>
        </pc:spChg>
        <pc:spChg chg="mod">
          <ac:chgData name="Erberson Pinheiro" userId="c7a5b9113d4dffce" providerId="LiveId" clId="{D768A21E-9D35-4B36-9BFE-D44E2A829648}" dt="2026-08-24T01:54:52.565" v="47" actId="1036"/>
          <ac:spMkLst>
            <pc:docMk/>
            <pc:sldMk cId="2645535636" sldId="3213"/>
            <ac:spMk id="7" creationId="{20E79428-8677-F02D-4579-877878685B55}"/>
          </ac:spMkLst>
        </pc:spChg>
        <pc:picChg chg="mod">
          <ac:chgData name="Erberson Pinheiro" userId="c7a5b9113d4dffce" providerId="LiveId" clId="{D768A21E-9D35-4B36-9BFE-D44E2A829648}" dt="2026-08-24T01:54:49.929" v="43" actId="14100"/>
          <ac:picMkLst>
            <pc:docMk/>
            <pc:sldMk cId="2645535636" sldId="3213"/>
            <ac:picMk id="4" creationId="{4362355A-5079-0ADC-4B11-FA320A94E293}"/>
          </ac:picMkLst>
        </pc:picChg>
        <pc:picChg chg="mod">
          <ac:chgData name="Erberson Pinheiro" userId="c7a5b9113d4dffce" providerId="LiveId" clId="{D768A21E-9D35-4B36-9BFE-D44E2A829648}" dt="2026-08-24T01:54:37.276" v="11" actId="14100"/>
          <ac:picMkLst>
            <pc:docMk/>
            <pc:sldMk cId="2645535636" sldId="3213"/>
            <ac:picMk id="9" creationId="{CB91D0A6-3A6D-6F3A-3C15-CDB5BE0D167C}"/>
          </ac:picMkLst>
        </pc:picChg>
      </pc:sldChg>
      <pc:sldChg chg="modSp">
        <pc:chgData name="Erberson Pinheiro" userId="c7a5b9113d4dffce" providerId="LiveId" clId="{D768A21E-9D35-4B36-9BFE-D44E2A829648}" dt="2026-08-24T02:11:09.145" v="78" actId="14826"/>
        <pc:sldMkLst>
          <pc:docMk/>
          <pc:sldMk cId="3453060413" sldId="3241"/>
        </pc:sldMkLst>
        <pc:picChg chg="mod">
          <ac:chgData name="Erberson Pinheiro" userId="c7a5b9113d4dffce" providerId="LiveId" clId="{D768A21E-9D35-4B36-9BFE-D44E2A829648}" dt="2026-08-24T02:11:09.145" v="78" actId="14826"/>
          <ac:picMkLst>
            <pc:docMk/>
            <pc:sldMk cId="3453060413" sldId="3241"/>
            <ac:picMk id="4" creationId="{670D2DF3-4C16-5869-A2FE-04C2BDB447FD}"/>
          </ac:picMkLst>
        </pc:picChg>
      </pc:sldChg>
      <pc:sldChg chg="modSp mod">
        <pc:chgData name="Erberson Pinheiro" userId="c7a5b9113d4dffce" providerId="LiveId" clId="{D768A21E-9D35-4B36-9BFE-D44E2A829648}" dt="2026-08-24T02:09:28.144" v="76" actId="14100"/>
        <pc:sldMkLst>
          <pc:docMk/>
          <pc:sldMk cId="2004388621" sldId="3244"/>
        </pc:sldMkLst>
        <pc:spChg chg="mod">
          <ac:chgData name="Erberson Pinheiro" userId="c7a5b9113d4dffce" providerId="LiveId" clId="{D768A21E-9D35-4B36-9BFE-D44E2A829648}" dt="2026-08-24T02:09:24.118" v="75" actId="14100"/>
          <ac:spMkLst>
            <pc:docMk/>
            <pc:sldMk cId="2004388621" sldId="3244"/>
            <ac:spMk id="2" creationId="{07C55A6A-2E5D-69BD-21C0-1872D3BE118E}"/>
          </ac:spMkLst>
        </pc:spChg>
        <pc:spChg chg="mod">
          <ac:chgData name="Erberson Pinheiro" userId="c7a5b9113d4dffce" providerId="LiveId" clId="{D768A21E-9D35-4B36-9BFE-D44E2A829648}" dt="2026-08-24T02:09:16.129" v="73" actId="1036"/>
          <ac:spMkLst>
            <pc:docMk/>
            <pc:sldMk cId="2004388621" sldId="3244"/>
            <ac:spMk id="3" creationId="{17DFA715-47F4-46F5-9283-4766CBFDF6DF}"/>
          </ac:spMkLst>
        </pc:spChg>
        <pc:spChg chg="mod">
          <ac:chgData name="Erberson Pinheiro" userId="c7a5b9113d4dffce" providerId="LiveId" clId="{D768A21E-9D35-4B36-9BFE-D44E2A829648}" dt="2026-08-24T02:09:11.491" v="54" actId="14100"/>
          <ac:spMkLst>
            <pc:docMk/>
            <pc:sldMk cId="2004388621" sldId="3244"/>
            <ac:spMk id="6" creationId="{6B4B2614-EEC2-2808-E0A9-2252ED9AE4AE}"/>
          </ac:spMkLst>
        </pc:spChg>
        <pc:picChg chg="mod">
          <ac:chgData name="Erberson Pinheiro" userId="c7a5b9113d4dffce" providerId="LiveId" clId="{D768A21E-9D35-4B36-9BFE-D44E2A829648}" dt="2026-08-24T02:09:28.144" v="76" actId="14100"/>
          <ac:picMkLst>
            <pc:docMk/>
            <pc:sldMk cId="2004388621" sldId="3244"/>
            <ac:picMk id="5" creationId="{6A0E0A1F-4604-389B-9901-1EC41F7E1FAB}"/>
          </ac:picMkLst>
        </pc:picChg>
        <pc:picChg chg="mod">
          <ac:chgData name="Erberson Pinheiro" userId="c7a5b9113d4dffce" providerId="LiveId" clId="{D768A21E-9D35-4B36-9BFE-D44E2A829648}" dt="2026-08-24T02:09:19.739" v="74" actId="14100"/>
          <ac:picMkLst>
            <pc:docMk/>
            <pc:sldMk cId="2004388621" sldId="3244"/>
            <ac:picMk id="9" creationId="{911AF3AD-2B2F-B5FB-47ED-F61A5C7128A7}"/>
          </ac:picMkLst>
        </pc:picChg>
      </pc:sldChg>
      <pc:sldChg chg="modAnim">
        <pc:chgData name="Erberson Pinheiro" userId="c7a5b9113d4dffce" providerId="LiveId" clId="{D768A21E-9D35-4B36-9BFE-D44E2A829648}" dt="2026-08-24T02:20:18.287" v="88"/>
        <pc:sldMkLst>
          <pc:docMk/>
          <pc:sldMk cId="3871544085" sldId="3245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789DD-B456-4103-856E-94F62313C9D6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BFA8F0-7499-4485-8B0E-A8220A1E3E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649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D7693DF-F4A9-4F0B-AAE8-9E0E43844A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9E0EAB38-44F5-42E5-87A8-AACEA25664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EEBFC15F-DC7A-4EB0-BEBB-1CC5B7B15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06DA521-F074-4898-BF7E-2CAD3A445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14238AAE-AC7C-4D49-A82E-267E2251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0754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FBDC090-8FD0-4A1C-8DE9-804389A94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093E21E-854B-43DE-93CF-BAE354EB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1A896D1-7525-4CFA-A6E7-50F54B58C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52C3688C-FE15-4776-93B6-C47D7E046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A7258081-001C-46AB-B235-24B9B68D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66041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7F2B671-170F-4991-9B5D-B25A2C212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46342B92-6224-4299-99C5-F6F238BFF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B386812-6064-4075-BA26-E6B5F0193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4940B02-7C13-4D7C-9DBC-B84812DF5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86959E3D-8EAC-4E85-A452-C92A674E4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3819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95E5FA6-1A81-4E5D-B022-5DF575AF9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1273EF3-2F1A-4E1D-B2AD-76BA63C962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29604B66-321E-477B-8FA8-543DB42E10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F253A07D-B979-4686-90B7-FFFA24109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05110214-47E3-48CC-B489-E89EFBCC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51B8360E-5778-49AD-9DCA-5C0CA11F7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131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9BCDB93-CB3F-4DAF-B711-F17924C47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93269E05-AC51-4442-A14F-75299B2E2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206C4388-9DC3-4C28-97A5-123DFCDBE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865FD78F-8BA2-4733-862C-1170792E4C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0D1718E3-43DC-402F-9711-0F1802C99A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BEBBF3EE-4D00-4255-A25D-731354E47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1BF8C3D4-27B9-49A9-A47C-B24D3439C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291A8264-3F7E-478B-B675-1DED67FB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0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0331760-F9E1-4B4B-BFF2-675C38B04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65858EED-14C0-4F8F-8479-39E9141BB2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9CB77C2B-DD04-491C-B47E-540FFFEF6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727E9D95-EFC1-446F-AACB-FE8BEFA7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4218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C1BDF033-3FE5-40C7-858E-EE51CE08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D18AE2F7-CE72-4C4F-846E-D0A37CA50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962C2501-25D4-4C30-B841-62FC41F93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3D94796-8726-4AAE-AC5D-CE74D56C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4CF62B1-B405-4453-81B3-BBF330A12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DCCE8557-F1EF-4916-8777-E641CF965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D1F7E9A-08E9-4FEE-8E85-AEED64096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FFFCCC7A-AD0F-43C9-B27C-78C7AD994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2273CF1A-48E1-4E34-99EC-87CB3177C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848912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2CB7C83-54D7-4A22-9E0C-BF0E58D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124ADACA-02F7-4530-B7E3-8DCF1B56FB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1CD1D262-F9E5-4229-9B2B-80CD7F6A83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22AE3219-D351-4A13-8888-A25AFA7F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9BDDF6A5-A2E3-42EA-AC20-8628984DE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D0E8ED9-0335-4E8E-B1F3-9FB730CC5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15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C82D172F-92AE-40A1-9E61-E06F0EB54D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CC9D0A08-166D-4402-A266-32845CE6E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A98A9E39-166E-4749-BA94-72E636A62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3BFD5E80-1F9D-421B-B410-00F80A1EE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FDF84E03-26E0-416C-8554-98855E690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831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9D45F066-5B8A-48FC-9B33-AE0EE929F0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9DCECA87-69D0-4051-8163-CBA414B017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2BDC7E5-655D-4405-AE2D-9A058DE76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D367C9E1-79EE-4966-AE6F-17B93D9D5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DA06A84-6E45-487F-8876-E535A1762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29218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0A8935E9-951F-47C4-9BDF-95A3A88D0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593D208-98C1-477F-BDD7-9590CAABD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B4E2E00F-9981-497B-A0C6-B0EC7B08A5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13A7C9-E623-47E9-BF8C-18B1142F2EF1}" type="datetimeFigureOut">
              <a:rPr lang="pt-BR" smtClean="0"/>
              <a:t>24/08/2026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60BEC5A9-48D3-46DC-ADC1-F9058E792F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D5E123F4-5E0B-4BC7-B58C-07337D3A9F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B6023E-0F44-4A5D-8ADF-67B810CA08D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7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 descr="Interface gráfica do usuário, Texto, Aplicativo&#10;&#10;O conteúdo gerado por IA pode estar incorreto.">
            <a:extLst>
              <a:ext uri="{FF2B5EF4-FFF2-40B4-BE49-F238E27FC236}">
                <a16:creationId xmlns="" xmlns:a16="http://schemas.microsoft.com/office/drawing/2014/main" id="{B867A3EA-D70E-DC2C-EC3B-44F04C1D15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9" name="Imagem 8">
            <a:extLst>
              <a:ext uri="{FF2B5EF4-FFF2-40B4-BE49-F238E27FC236}">
                <a16:creationId xmlns="" xmlns:a16="http://schemas.microsoft.com/office/drawing/2014/main" id="{133EE1FC-DBE2-0A98-6180-47C70CB1F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Imagem 7" descr="Interface gráfica do usuário, Texto&#10;&#10;Descrição gerada automaticamente">
            <a:extLst>
              <a:ext uri="{FF2B5EF4-FFF2-40B4-BE49-F238E27FC236}">
                <a16:creationId xmlns="" xmlns:a16="http://schemas.microsoft.com/office/drawing/2014/main" id="{1F49952D-A8CC-3EB7-E61C-C0ACA95239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Imagem 3">
            <a:extLst>
              <a:ext uri="{FF2B5EF4-FFF2-40B4-BE49-F238E27FC236}">
                <a16:creationId xmlns="" xmlns:a16="http://schemas.microsoft.com/office/drawing/2014/main" id="{048506F3-A28A-A90E-C5C6-EA1E0F4CEC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 descr="Texto&#10;&#10;O conteúdo gerado por IA pode estar incorreto.">
            <a:extLst>
              <a:ext uri="{FF2B5EF4-FFF2-40B4-BE49-F238E27FC236}">
                <a16:creationId xmlns="" xmlns:a16="http://schemas.microsoft.com/office/drawing/2014/main" id="{6AEE8B48-251E-03FC-C6BF-5AAB25D49B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m 1" descr="Interface gráfica do usuário, Texto&#10;&#10;Descrição gerada automaticamente">
            <a:extLst>
              <a:ext uri="{FF2B5EF4-FFF2-40B4-BE49-F238E27FC236}">
                <a16:creationId xmlns="" xmlns:a16="http://schemas.microsoft.com/office/drawing/2014/main" id="{05AC8714-2595-383E-01AD-62EBDED2D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Imagem 2" descr="Interface gráfica do usuário, Aplicativo&#10;&#10;Descrição gerada automaticamente">
            <a:extLst>
              <a:ext uri="{FF2B5EF4-FFF2-40B4-BE49-F238E27FC236}">
                <a16:creationId xmlns="" xmlns:a16="http://schemas.microsoft.com/office/drawing/2014/main" id="{009AB57B-1832-9210-0401-E80F5E463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Imagem 7" descr="Interface gráfica do usuário, Texto&#10;&#10;Descrição gerada automaticamente">
            <a:extLst>
              <a:ext uri="{FF2B5EF4-FFF2-40B4-BE49-F238E27FC236}">
                <a16:creationId xmlns="" xmlns:a16="http://schemas.microsoft.com/office/drawing/2014/main" id="{08DC7FB7-A579-3C6C-7EA8-C534B2378A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3" name="Retângulo: Cantos Arredondados 12">
            <a:extLst>
              <a:ext uri="{FF2B5EF4-FFF2-40B4-BE49-F238E27FC236}">
                <a16:creationId xmlns="" xmlns:a16="http://schemas.microsoft.com/office/drawing/2014/main" id="{99CBE742-606A-4406-6D67-FDF7A89002C0}"/>
              </a:ext>
            </a:extLst>
          </p:cNvPr>
          <p:cNvSpPr/>
          <p:nvPr/>
        </p:nvSpPr>
        <p:spPr>
          <a:xfrm>
            <a:off x="410817" y="106017"/>
            <a:ext cx="11386268" cy="1073426"/>
          </a:xfrm>
          <a:prstGeom prst="round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pt-BR" sz="3200" dirty="0">
                <a:solidFill>
                  <a:prstClr val="white"/>
                </a:solidFill>
                <a:latin typeface="Georgia" panose="02040502050405020303" pitchFamily="18" charset="0"/>
              </a:rPr>
              <a:t>Milhares de professores da EBD tem usado nossos slides</a:t>
            </a:r>
          </a:p>
          <a:p>
            <a:pPr algn="ctr">
              <a:defRPr/>
            </a:pPr>
            <a:r>
              <a:rPr lang="pt-BR" sz="3200" i="1" dirty="0">
                <a:solidFill>
                  <a:prstClr val="white"/>
                </a:solidFill>
                <a:latin typeface="Georgia" panose="02040502050405020303" pitchFamily="18" charset="0"/>
              </a:rPr>
              <a:t>Faça parte desse grupo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B8D6A6F4-7EE5-B7B5-2770-593554DA6C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84657"/>
            <a:ext cx="12192000" cy="3794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Imagem 2">
            <a:extLst>
              <a:ext uri="{FF2B5EF4-FFF2-40B4-BE49-F238E27FC236}">
                <a16:creationId xmlns="" xmlns:a16="http://schemas.microsoft.com/office/drawing/2014/main" id="{5C7F449C-CE92-BAC2-F5BC-DEB8121005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0"/>
            <a:ext cx="109728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ítulo 1">
            <a:extLst>
              <a:ext uri="{FF2B5EF4-FFF2-40B4-BE49-F238E27FC236}">
                <a16:creationId xmlns="" xmlns:a16="http://schemas.microsoft.com/office/drawing/2014/main" id="{8374BC62-498A-4B31-AC26-B3FBB7D7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2653037"/>
            <a:ext cx="10515600" cy="1325563"/>
          </a:xfrm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</a:pPr>
            <a:r>
              <a:rPr lang="pt-BR" sz="4000" b="1" dirty="0">
                <a:latin typeface="+mn-lt"/>
              </a:rPr>
              <a:t>Na plataforma </a:t>
            </a:r>
            <a:r>
              <a:rPr lang="pt-BR" sz="4000" b="1" dirty="0">
                <a:solidFill>
                  <a:schemeClr val="accent2">
                    <a:lumMod val="75000"/>
                  </a:schemeClr>
                </a:solidFill>
                <a:latin typeface="+mn-lt"/>
              </a:rPr>
              <a:t>EBD EM FOCO </a:t>
            </a:r>
            <a:r>
              <a:rPr lang="pt-BR" sz="4000" b="1" dirty="0">
                <a:latin typeface="+mn-lt"/>
              </a:rPr>
              <a:t>você tem tudo que precisa para ministrar uma aula de excelência na EBD.</a:t>
            </a:r>
            <a:r>
              <a:rPr lang="pt-BR" sz="3600" b="1" dirty="0">
                <a:latin typeface="+mn-lt"/>
              </a:rPr>
              <a:t/>
            </a:r>
            <a:br>
              <a:rPr lang="pt-BR" sz="3600" b="1" dirty="0">
                <a:latin typeface="+mn-lt"/>
              </a:rPr>
            </a:br>
            <a:endParaRPr lang="pt-BR" sz="3600" b="1" dirty="0">
              <a:latin typeface="+mn-lt"/>
            </a:endParaRPr>
          </a:p>
        </p:txBody>
      </p:sp>
      <p:pic>
        <p:nvPicPr>
          <p:cNvPr id="11" name="Imagem 10" descr="Placa vermelha com letras brancas em fundo preto&#10;&#10;Descrição gerada automaticamente com confiança média">
            <a:extLst>
              <a:ext uri="{FF2B5EF4-FFF2-40B4-BE49-F238E27FC236}">
                <a16:creationId xmlns="" xmlns:a16="http://schemas.microsoft.com/office/drawing/2014/main" id="{726321B1-87BD-4882-AE85-70D90F18BB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715" y="4305117"/>
            <a:ext cx="778565" cy="77856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67729</TotalTime>
  <Words>1453</Words>
  <Application>Microsoft Office PowerPoint</Application>
  <PresentationFormat>Widescreen</PresentationFormat>
  <Paragraphs>89</Paragraphs>
  <Slides>41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41</vt:i4>
      </vt:variant>
    </vt:vector>
  </HeadingPairs>
  <TitlesOfParts>
    <vt:vector size="49" baseType="lpstr">
      <vt:lpstr>ADLaM Display</vt:lpstr>
      <vt:lpstr>Arial</vt:lpstr>
      <vt:lpstr>Bernard MT Condensed</vt:lpstr>
      <vt:lpstr>Calibri</vt:lpstr>
      <vt:lpstr>Calibri Light</vt:lpstr>
      <vt:lpstr>Georgia</vt:lpstr>
      <vt:lpstr>Poppins</vt:lpstr>
      <vt:lpstr>Tema do Office</vt:lpstr>
      <vt:lpstr>Apresentação do PowerPoint</vt:lpstr>
      <vt:lpstr>Apresentação do PowerPoint</vt:lpstr>
      <vt:lpstr>Apresentação do PowerPoint</vt:lpstr>
      <vt:lpstr> 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 INTRODUÇÃO</vt:lpstr>
      <vt:lpstr>Apresentação do PowerPoint</vt:lpstr>
      <vt:lpstr>Apresentação do PowerPoint</vt:lpstr>
      <vt:lpstr>I. A SERVIDÃO DE ISRAEL AOS FILISTEUS E O ANÚNCIO DO LIBERTADOR</vt:lpstr>
      <vt:lpstr>Apresentação do PowerPoint</vt:lpstr>
      <vt:lpstr>I.1 - Acostumando-se com a servidão. </vt:lpstr>
      <vt:lpstr>Apresentação do PowerPoint</vt:lpstr>
      <vt:lpstr>Apresentação do PowerPoint</vt:lpstr>
      <vt:lpstr>Apresentação do PowerPoint</vt:lpstr>
      <vt:lpstr>Apresentação do PowerPoint</vt:lpstr>
      <vt:lpstr> I.2 – O anjo anuncia o libertador. </vt:lpstr>
      <vt:lpstr>Apresentação do PowerPoint</vt:lpstr>
      <vt:lpstr>Apresentação do PowerPoint</vt:lpstr>
      <vt:lpstr> I.3 - Um nazireu de Deus. </vt:lpstr>
      <vt:lpstr>Apresentação do PowerPoint</vt:lpstr>
      <vt:lpstr>Apresentação do PowerPoint</vt:lpstr>
      <vt:lpstr>Apresentação do PowerPoint</vt:lpstr>
      <vt:lpstr>Apresentação do PowerPoint</vt:lpstr>
      <vt:lpstr>II. O NASCIMENTO DE SANSÃO</vt:lpstr>
      <vt:lpstr>III. AS FRAQUEZAS DO JOVEM SANSÃO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Na plataforma EBD EM FOCO você tem tudo que precisa para ministrar uma aula de excelência na EBD.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01</dc:title>
  <dc:creator>ingrid.stephaniesg@outlook.com</dc:creator>
  <cp:lastModifiedBy>Conta da Microsoft</cp:lastModifiedBy>
  <cp:revision>2071</cp:revision>
  <dcterms:created xsi:type="dcterms:W3CDTF">2021-12-07T17:21:42Z</dcterms:created>
  <dcterms:modified xsi:type="dcterms:W3CDTF">2026-08-24T11:25:07Z</dcterms:modified>
</cp:coreProperties>
</file>