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9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ngrid.stephaniesg@outlook.com" initials="i" lastIdx="11" clrIdx="0">
    <p:extLst>
      <p:ext uri="{19B8F6BF-5375-455C-9EA6-DF929625EA0E}">
        <p15:presenceInfo xmlns:p15="http://schemas.microsoft.com/office/powerpoint/2012/main" userId="12db7d669fc16d7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3F3F"/>
    <a:srgbClr val="ECECC2"/>
    <a:srgbClr val="004E9A"/>
    <a:srgbClr val="C55A11"/>
    <a:srgbClr val="4472C4"/>
    <a:srgbClr val="D1CCC9"/>
    <a:srgbClr val="E8E8E8"/>
    <a:srgbClr val="F48634"/>
    <a:srgbClr val="D9D9D9"/>
    <a:srgbClr val="E3E3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FC2991-31EC-4DFA-8310-425DA5688800}" v="28" dt="2026-08-23T21:53:12.3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3923" autoAdjust="0"/>
  </p:normalViewPr>
  <p:slideViewPr>
    <p:cSldViewPr snapToGrid="0">
      <p:cViewPr varScale="1">
        <p:scale>
          <a:sx n="106" d="100"/>
          <a:sy n="106" d="100"/>
        </p:scale>
        <p:origin x="754" y="86"/>
      </p:cViewPr>
      <p:guideLst>
        <p:guide orient="horz" pos="2115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39" Type="http://schemas.openxmlformats.org/officeDocument/2006/relationships/notesMaster" Target="notesMasters/notesMaster1.xml"/><Relationship Id="rId40" Type="http://schemas.openxmlformats.org/officeDocument/2006/relationships/commentAuthors" Target="commentAuthors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71" Type="http://schemas.microsoft.com/office/2016/11/relationships/changesInfo" Target="changesInfos/changesInfo1.xml"/><Relationship Id="rId7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berson Pinheiro" userId="c7a5b9113d4dffce" providerId="LiveId" clId="{D768A21E-9D35-4B36-9BFE-D44E2A829648}"/>
    <pc:docChg chg="custSel addSld modSld">
      <pc:chgData name="Erberson Pinheiro" userId="c7a5b9113d4dffce" providerId="LiveId" clId="{D768A21E-9D35-4B36-9BFE-D44E2A829648}" dt="2026-08-23T21:53:17.831" v="243"/>
      <pc:docMkLst>
        <pc:docMk/>
      </pc:docMkLst>
      <pc:sldChg chg="modSp mod">
        <pc:chgData name="Erberson Pinheiro" userId="c7a5b9113d4dffce" providerId="LiveId" clId="{D768A21E-9D35-4B36-9BFE-D44E2A829648}" dt="2026-08-23T20:00:12.086" v="14" actId="20577"/>
        <pc:sldMkLst>
          <pc:docMk/>
          <pc:sldMk cId="2330715404" sldId="2681"/>
        </pc:sldMkLst>
        <pc:spChg chg="mod">
          <ac:chgData name="Erberson Pinheiro" userId="c7a5b9113d4dffce" providerId="LiveId" clId="{D768A21E-9D35-4B36-9BFE-D44E2A829648}" dt="2026-08-23T20:00:12.086" v="14" actId="20577"/>
          <ac:spMkLst>
            <pc:docMk/>
            <pc:sldMk cId="2330715404" sldId="2681"/>
            <ac:spMk id="2" creationId="{8374BC62-498A-4B31-AC26-B3FBB7D7A637}"/>
          </ac:spMkLst>
        </pc:spChg>
      </pc:sldChg>
      <pc:sldChg chg="modSp">
        <pc:chgData name="Erberson Pinheiro" userId="c7a5b9113d4dffce" providerId="LiveId" clId="{D768A21E-9D35-4B36-9BFE-D44E2A829648}" dt="2026-08-20T09:57:41.624" v="1" actId="123"/>
        <pc:sldMkLst>
          <pc:docMk/>
          <pc:sldMk cId="2730406095" sldId="2934"/>
        </pc:sldMkLst>
        <pc:spChg chg="mod">
          <ac:chgData name="Erberson Pinheiro" userId="c7a5b9113d4dffce" providerId="LiveId" clId="{D768A21E-9D35-4B36-9BFE-D44E2A829648}" dt="2026-08-20T09:57:37.927" v="0" actId="123"/>
          <ac:spMkLst>
            <pc:docMk/>
            <pc:sldMk cId="2730406095" sldId="2934"/>
            <ac:spMk id="6" creationId="{D6C1845A-48DA-C339-C0D8-B5C00143DFE7}"/>
          </ac:spMkLst>
        </pc:spChg>
        <pc:spChg chg="mod">
          <ac:chgData name="Erberson Pinheiro" userId="c7a5b9113d4dffce" providerId="LiveId" clId="{D768A21E-9D35-4B36-9BFE-D44E2A829648}" dt="2026-08-20T09:57:41.624" v="1" actId="123"/>
          <ac:spMkLst>
            <pc:docMk/>
            <pc:sldMk cId="2730406095" sldId="2934"/>
            <ac:spMk id="7" creationId="{5EF968C8-4037-1169-8562-F7B71D153ACC}"/>
          </ac:spMkLst>
        </pc:spChg>
      </pc:sldChg>
      <pc:sldChg chg="modSp mod">
        <pc:chgData name="Erberson Pinheiro" userId="c7a5b9113d4dffce" providerId="LiveId" clId="{D768A21E-9D35-4B36-9BFE-D44E2A829648}" dt="2026-08-23T20:37:55.977" v="87" actId="14100"/>
        <pc:sldMkLst>
          <pc:docMk/>
          <pc:sldMk cId="374012303" sldId="2997"/>
        </pc:sldMkLst>
        <pc:spChg chg="mod">
          <ac:chgData name="Erberson Pinheiro" userId="c7a5b9113d4dffce" providerId="LiveId" clId="{D768A21E-9D35-4B36-9BFE-D44E2A829648}" dt="2026-08-23T20:37:52.354" v="86" actId="21"/>
          <ac:spMkLst>
            <pc:docMk/>
            <pc:sldMk cId="374012303" sldId="2997"/>
            <ac:spMk id="7" creationId="{94425AB6-7894-83C4-BE0C-83870F2AA761}"/>
          </ac:spMkLst>
        </pc:spChg>
        <pc:picChg chg="mod">
          <ac:chgData name="Erberson Pinheiro" userId="c7a5b9113d4dffce" providerId="LiveId" clId="{D768A21E-9D35-4B36-9BFE-D44E2A829648}" dt="2026-08-23T20:37:55.977" v="87" actId="14100"/>
          <ac:picMkLst>
            <pc:docMk/>
            <pc:sldMk cId="374012303" sldId="2997"/>
            <ac:picMk id="9" creationId="{123D9082-FB64-8659-9EB7-A06C106C8948}"/>
          </ac:picMkLst>
        </pc:picChg>
      </pc:sldChg>
      <pc:sldChg chg="addSp delSp modSp mod addAnim delAnim modAnim">
        <pc:chgData name="Erberson Pinheiro" userId="c7a5b9113d4dffce" providerId="LiveId" clId="{D768A21E-9D35-4B36-9BFE-D44E2A829648}" dt="2026-08-23T20:39:54.365" v="97"/>
        <pc:sldMkLst>
          <pc:docMk/>
          <pc:sldMk cId="447385447" sldId="3002"/>
        </pc:sldMkLst>
        <pc:picChg chg="add mod">
          <ac:chgData name="Erberson Pinheiro" userId="c7a5b9113d4dffce" providerId="LiveId" clId="{D768A21E-9D35-4B36-9BFE-D44E2A829648}" dt="2026-08-23T20:39:42.130" v="94" actId="14100"/>
          <ac:picMkLst>
            <pc:docMk/>
            <pc:sldMk cId="447385447" sldId="3002"/>
            <ac:picMk id="2" creationId="{9DB59B64-CE5B-85B9-DE0E-A4C9E3C47CE5}"/>
          </ac:picMkLst>
        </pc:picChg>
        <pc:picChg chg="del">
          <ac:chgData name="Erberson Pinheiro" userId="c7a5b9113d4dffce" providerId="LiveId" clId="{D768A21E-9D35-4B36-9BFE-D44E2A829648}" dt="2026-08-23T20:39:31.203" v="90" actId="478"/>
          <ac:picMkLst>
            <pc:docMk/>
            <pc:sldMk cId="447385447" sldId="3002"/>
            <ac:picMk id="5" creationId="{0533C751-9E92-8F3F-7BAB-0C4BD346D354}"/>
          </ac:picMkLst>
        </pc:picChg>
      </pc:sldChg>
      <pc:sldChg chg="addSp delSp modSp mod delAnim modAnim">
        <pc:chgData name="Erberson Pinheiro" userId="c7a5b9113d4dffce" providerId="LiveId" clId="{D768A21E-9D35-4B36-9BFE-D44E2A829648}" dt="2026-08-23T21:52:20.973" v="235"/>
        <pc:sldMkLst>
          <pc:docMk/>
          <pc:sldMk cId="2174154192" sldId="3008"/>
        </pc:sldMkLst>
        <pc:picChg chg="mod">
          <ac:chgData name="Erberson Pinheiro" userId="c7a5b9113d4dffce" providerId="LiveId" clId="{D768A21E-9D35-4B36-9BFE-D44E2A829648}" dt="2026-08-23T20:42:41.566" v="101" actId="14100"/>
          <ac:picMkLst>
            <pc:docMk/>
            <pc:sldMk cId="2174154192" sldId="3008"/>
            <ac:picMk id="3" creationId="{4B9A47D3-73F2-E484-879A-CB5E3485683E}"/>
          </ac:picMkLst>
        </pc:picChg>
        <pc:picChg chg="add mod">
          <ac:chgData name="Erberson Pinheiro" userId="c7a5b9113d4dffce" providerId="LiveId" clId="{D768A21E-9D35-4B36-9BFE-D44E2A829648}" dt="2026-08-23T21:52:09.585" v="232" actId="14100"/>
          <ac:picMkLst>
            <pc:docMk/>
            <pc:sldMk cId="2174154192" sldId="3008"/>
            <ac:picMk id="5" creationId="{83BCC759-B41A-0656-C497-745BFA992A3D}"/>
          </ac:picMkLst>
        </pc:picChg>
        <pc:picChg chg="del">
          <ac:chgData name="Erberson Pinheiro" userId="c7a5b9113d4dffce" providerId="LiveId" clId="{D768A21E-9D35-4B36-9BFE-D44E2A829648}" dt="2026-08-23T20:42:16.435" v="98" actId="478"/>
          <ac:picMkLst>
            <pc:docMk/>
            <pc:sldMk cId="2174154192" sldId="3008"/>
            <ac:picMk id="8" creationId="{5C2A7A5F-DC81-B50F-B22F-5636840C2CC4}"/>
          </ac:picMkLst>
        </pc:picChg>
      </pc:sldChg>
      <pc:sldChg chg="addSp delSp modSp mod delAnim modAnim">
        <pc:chgData name="Erberson Pinheiro" userId="c7a5b9113d4dffce" providerId="LiveId" clId="{D768A21E-9D35-4B36-9BFE-D44E2A829648}" dt="2026-08-23T21:41:11.954" v="225" actId="14100"/>
        <pc:sldMkLst>
          <pc:docMk/>
          <pc:sldMk cId="109437487" sldId="3020"/>
        </pc:sldMkLst>
        <pc:spChg chg="del mod">
          <ac:chgData name="Erberson Pinheiro" userId="c7a5b9113d4dffce" providerId="LiveId" clId="{D768A21E-9D35-4B36-9BFE-D44E2A829648}" dt="2026-08-23T21:29:39.845" v="196" actId="478"/>
          <ac:spMkLst>
            <pc:docMk/>
            <pc:sldMk cId="109437487" sldId="3020"/>
            <ac:spMk id="2" creationId="{16BDA758-9C78-6DA9-C53B-34C34696AB65}"/>
          </ac:spMkLst>
        </pc:spChg>
        <pc:spChg chg="mod">
          <ac:chgData name="Erberson Pinheiro" userId="c7a5b9113d4dffce" providerId="LiveId" clId="{D768A21E-9D35-4B36-9BFE-D44E2A829648}" dt="2026-08-23T21:21:06.404" v="129" actId="14100"/>
          <ac:spMkLst>
            <pc:docMk/>
            <pc:sldMk cId="109437487" sldId="3020"/>
            <ac:spMk id="6" creationId="{ADF0282A-B732-BC0B-9423-257C5BA66737}"/>
          </ac:spMkLst>
        </pc:spChg>
        <pc:spChg chg="mod">
          <ac:chgData name="Erberson Pinheiro" userId="c7a5b9113d4dffce" providerId="LiveId" clId="{D768A21E-9D35-4B36-9BFE-D44E2A829648}" dt="2026-08-23T21:20:59.392" v="128" actId="14100"/>
          <ac:spMkLst>
            <pc:docMk/>
            <pc:sldMk cId="109437487" sldId="3020"/>
            <ac:spMk id="7" creationId="{1DA02DCA-BE82-661A-7900-63C0BE801D1C}"/>
          </ac:spMkLst>
        </pc:spChg>
        <pc:picChg chg="add mod">
          <ac:chgData name="Erberson Pinheiro" userId="c7a5b9113d4dffce" providerId="LiveId" clId="{D768A21E-9D35-4B36-9BFE-D44E2A829648}" dt="2026-08-23T21:41:11.954" v="225" actId="14100"/>
          <ac:picMkLst>
            <pc:docMk/>
            <pc:sldMk cId="109437487" sldId="3020"/>
            <ac:picMk id="3" creationId="{E5E3580E-33E5-023D-86FD-DA50A6386903}"/>
          </ac:picMkLst>
        </pc:picChg>
        <pc:picChg chg="mod">
          <ac:chgData name="Erberson Pinheiro" userId="c7a5b9113d4dffce" providerId="LiveId" clId="{D768A21E-9D35-4B36-9BFE-D44E2A829648}" dt="2026-08-23T21:21:06.404" v="129" actId="14100"/>
          <ac:picMkLst>
            <pc:docMk/>
            <pc:sldMk cId="109437487" sldId="3020"/>
            <ac:picMk id="4" creationId="{5AB8456B-86D4-3CF0-5D95-2277CB74A5AF}"/>
          </ac:picMkLst>
        </pc:picChg>
      </pc:sldChg>
      <pc:sldChg chg="addSp delSp modSp mod addAnim delAnim modAnim">
        <pc:chgData name="Erberson Pinheiro" userId="c7a5b9113d4dffce" providerId="LiveId" clId="{D768A21E-9D35-4B36-9BFE-D44E2A829648}" dt="2026-08-23T21:53:17.831" v="243"/>
        <pc:sldMkLst>
          <pc:docMk/>
          <pc:sldMk cId="195705161" sldId="3026"/>
        </pc:sldMkLst>
        <pc:picChg chg="add del mod">
          <ac:chgData name="Erberson Pinheiro" userId="c7a5b9113d4dffce" providerId="LiveId" clId="{D768A21E-9D35-4B36-9BFE-D44E2A829648}" dt="2026-08-23T21:40:55.739" v="222" actId="21"/>
          <ac:picMkLst>
            <pc:docMk/>
            <pc:sldMk cId="195705161" sldId="3026"/>
            <ac:picMk id="4" creationId="{E5E3580E-33E5-023D-86FD-DA50A6386903}"/>
          </ac:picMkLst>
        </pc:picChg>
        <pc:picChg chg="del">
          <ac:chgData name="Erberson Pinheiro" userId="c7a5b9113d4dffce" providerId="LiveId" clId="{D768A21E-9D35-4B36-9BFE-D44E2A829648}" dt="2026-08-23T21:33:09.175" v="212" actId="478"/>
          <ac:picMkLst>
            <pc:docMk/>
            <pc:sldMk cId="195705161" sldId="3026"/>
            <ac:picMk id="5" creationId="{857E7FAB-7C28-A837-65D3-8FDE743DA1A7}"/>
          </ac:picMkLst>
        </pc:picChg>
        <pc:picChg chg="add mod">
          <ac:chgData name="Erberson Pinheiro" userId="c7a5b9113d4dffce" providerId="LiveId" clId="{D768A21E-9D35-4B36-9BFE-D44E2A829648}" dt="2026-08-23T21:53:07.823" v="241" actId="14100"/>
          <ac:picMkLst>
            <pc:docMk/>
            <pc:sldMk cId="195705161" sldId="3026"/>
            <ac:picMk id="9" creationId="{23244C5C-897D-4316-D8C0-94A829CD0619}"/>
          </ac:picMkLst>
        </pc:picChg>
      </pc:sldChg>
      <pc:sldChg chg="addSp delSp modSp mod delAnim modAnim">
        <pc:chgData name="Erberson Pinheiro" userId="c7a5b9113d4dffce" providerId="LiveId" clId="{D768A21E-9D35-4B36-9BFE-D44E2A829648}" dt="2026-08-23T20:09:14.057" v="22"/>
        <pc:sldMkLst>
          <pc:docMk/>
          <pc:sldMk cId="167104692" sldId="3039"/>
        </pc:sldMkLst>
        <pc:picChg chg="add del mod">
          <ac:chgData name="Erberson Pinheiro" userId="c7a5b9113d4dffce" providerId="LiveId" clId="{D768A21E-9D35-4B36-9BFE-D44E2A829648}" dt="2026-08-23T20:08:47.007" v="19" actId="478"/>
          <ac:picMkLst>
            <pc:docMk/>
            <pc:sldMk cId="167104692" sldId="3039"/>
            <ac:picMk id="2" creationId="{F83E8669-1429-0B4B-3EE6-51042498769C}"/>
          </ac:picMkLst>
        </pc:picChg>
        <pc:picChg chg="add mod">
          <ac:chgData name="Erberson Pinheiro" userId="c7a5b9113d4dffce" providerId="LiveId" clId="{D768A21E-9D35-4B36-9BFE-D44E2A829648}" dt="2026-08-23T20:08:53.786" v="21" actId="14100"/>
          <ac:picMkLst>
            <pc:docMk/>
            <pc:sldMk cId="167104692" sldId="3039"/>
            <ac:picMk id="4" creationId="{736C2CAD-601A-83B8-83E2-3421C4948068}"/>
          </ac:picMkLst>
        </pc:picChg>
      </pc:sldChg>
      <pc:sldChg chg="delSp modSp mod delAnim">
        <pc:chgData name="Erberson Pinheiro" userId="c7a5b9113d4dffce" providerId="LiveId" clId="{D768A21E-9D35-4B36-9BFE-D44E2A829648}" dt="2026-08-23T20:35:34.043" v="83" actId="1036"/>
        <pc:sldMkLst>
          <pc:docMk/>
          <pc:sldMk cId="231674448" sldId="3044"/>
        </pc:sldMkLst>
        <pc:spChg chg="mod">
          <ac:chgData name="Erberson Pinheiro" userId="c7a5b9113d4dffce" providerId="LiveId" clId="{D768A21E-9D35-4B36-9BFE-D44E2A829648}" dt="2026-08-23T20:34:56.009" v="47" actId="14100"/>
          <ac:spMkLst>
            <pc:docMk/>
            <pc:sldMk cId="231674448" sldId="3044"/>
            <ac:spMk id="2" creationId="{51C86F12-0DA1-5EAB-A1DC-01B54A146DD5}"/>
          </ac:spMkLst>
        </pc:spChg>
        <pc:spChg chg="mod">
          <ac:chgData name="Erberson Pinheiro" userId="c7a5b9113d4dffce" providerId="LiveId" clId="{D768A21E-9D35-4B36-9BFE-D44E2A829648}" dt="2026-08-23T20:35:34.043" v="83" actId="1036"/>
          <ac:spMkLst>
            <pc:docMk/>
            <pc:sldMk cId="231674448" sldId="3044"/>
            <ac:spMk id="3" creationId="{8EC7B476-CCF0-4432-213E-55F34E6C6C6D}"/>
          </ac:spMkLst>
        </pc:spChg>
        <pc:spChg chg="del">
          <ac:chgData name="Erberson Pinheiro" userId="c7a5b9113d4dffce" providerId="LiveId" clId="{D768A21E-9D35-4B36-9BFE-D44E2A829648}" dt="2026-08-23T20:31:16.571" v="23" actId="478"/>
          <ac:spMkLst>
            <pc:docMk/>
            <pc:sldMk cId="231674448" sldId="3044"/>
            <ac:spMk id="4" creationId="{E50E3E62-9D1C-4B79-A698-D82BEA426043}"/>
          </ac:spMkLst>
        </pc:spChg>
        <pc:picChg chg="mod">
          <ac:chgData name="Erberson Pinheiro" userId="c7a5b9113d4dffce" providerId="LiveId" clId="{D768A21E-9D35-4B36-9BFE-D44E2A829648}" dt="2026-08-23T20:34:29.213" v="46" actId="14100"/>
          <ac:picMkLst>
            <pc:docMk/>
            <pc:sldMk cId="231674448" sldId="3044"/>
            <ac:picMk id="6" creationId="{62F73255-AD27-3742-94A3-2B2486B3ACEF}"/>
          </ac:picMkLst>
        </pc:picChg>
      </pc:sldChg>
      <pc:sldChg chg="addSp delSp modSp mod delAnim modAnim">
        <pc:chgData name="Erberson Pinheiro" userId="c7a5b9113d4dffce" providerId="LiveId" clId="{D768A21E-9D35-4B36-9BFE-D44E2A829648}" dt="2026-08-23T21:01:35.693" v="127"/>
        <pc:sldMkLst>
          <pc:docMk/>
          <pc:sldMk cId="1468877859" sldId="3051"/>
        </pc:sldMkLst>
        <pc:spChg chg="mod">
          <ac:chgData name="Erberson Pinheiro" userId="c7a5b9113d4dffce" providerId="LiveId" clId="{D768A21E-9D35-4B36-9BFE-D44E2A829648}" dt="2026-08-23T20:49:12.828" v="117" actId="1036"/>
          <ac:spMkLst>
            <pc:docMk/>
            <pc:sldMk cId="1468877859" sldId="3051"/>
            <ac:spMk id="3" creationId="{EB1F4720-7EE9-FB2D-A972-0594FB01FBCE}"/>
          </ac:spMkLst>
        </pc:spChg>
        <pc:picChg chg="add mod modCrop">
          <ac:chgData name="Erberson Pinheiro" userId="c7a5b9113d4dffce" providerId="LiveId" clId="{D768A21E-9D35-4B36-9BFE-D44E2A829648}" dt="2026-08-23T21:01:27.935" v="126" actId="14100"/>
          <ac:picMkLst>
            <pc:docMk/>
            <pc:sldMk cId="1468877859" sldId="3051"/>
            <ac:picMk id="4" creationId="{3F806965-34D2-B865-A946-A023FF0521FE}"/>
          </ac:picMkLst>
        </pc:picChg>
        <pc:picChg chg="del">
          <ac:chgData name="Erberson Pinheiro" userId="c7a5b9113d4dffce" providerId="LiveId" clId="{D768A21E-9D35-4B36-9BFE-D44E2A829648}" dt="2026-08-23T20:48:46.017" v="102" actId="478"/>
          <ac:picMkLst>
            <pc:docMk/>
            <pc:sldMk cId="1468877859" sldId="3051"/>
            <ac:picMk id="7" creationId="{15B8B310-D698-98C9-E4DA-24D706245422}"/>
          </ac:picMkLst>
        </pc:picChg>
      </pc:sldChg>
      <pc:sldChg chg="modSp mod">
        <pc:chgData name="Erberson Pinheiro" userId="c7a5b9113d4dffce" providerId="LiveId" clId="{D768A21E-9D35-4B36-9BFE-D44E2A829648}" dt="2026-08-23T21:32:34.821" v="211" actId="1035"/>
        <pc:sldMkLst>
          <pc:docMk/>
          <pc:sldMk cId="3990314256" sldId="3065"/>
        </pc:sldMkLst>
        <pc:spChg chg="mod">
          <ac:chgData name="Erberson Pinheiro" userId="c7a5b9113d4dffce" providerId="LiveId" clId="{D768A21E-9D35-4B36-9BFE-D44E2A829648}" dt="2026-08-23T21:32:34.821" v="211" actId="1035"/>
          <ac:spMkLst>
            <pc:docMk/>
            <pc:sldMk cId="3990314256" sldId="3065"/>
            <ac:spMk id="2" creationId="{5FBF6715-FD98-4BD1-25DA-07938108AFA2}"/>
          </ac:spMkLst>
        </pc:spChg>
        <pc:picChg chg="mod">
          <ac:chgData name="Erberson Pinheiro" userId="c7a5b9113d4dffce" providerId="LiveId" clId="{D768A21E-9D35-4B36-9BFE-D44E2A829648}" dt="2026-08-23T21:32:06.652" v="197" actId="14826"/>
          <ac:picMkLst>
            <pc:docMk/>
            <pc:sldMk cId="3990314256" sldId="3065"/>
            <ac:picMk id="4" creationId="{26AC9322-30A7-450B-39A5-DAA76DC40438}"/>
          </ac:picMkLst>
        </pc:picChg>
      </pc:sldChg>
      <pc:sldChg chg="modSp">
        <pc:chgData name="Erberson Pinheiro" userId="c7a5b9113d4dffce" providerId="LiveId" clId="{D768A21E-9D35-4B36-9BFE-D44E2A829648}" dt="2026-08-23T21:36:10.996" v="213" actId="14826"/>
        <pc:sldMkLst>
          <pc:docMk/>
          <pc:sldMk cId="3348266193" sldId="3069"/>
        </pc:sldMkLst>
        <pc:picChg chg="mod">
          <ac:chgData name="Erberson Pinheiro" userId="c7a5b9113d4dffce" providerId="LiveId" clId="{D768A21E-9D35-4B36-9BFE-D44E2A829648}" dt="2026-08-23T21:36:10.996" v="213" actId="14826"/>
          <ac:picMkLst>
            <pc:docMk/>
            <pc:sldMk cId="3348266193" sldId="3069"/>
            <ac:picMk id="4" creationId="{A4152504-9F8B-50D2-3ADE-F954DE039795}"/>
          </ac:picMkLst>
        </pc:picChg>
      </pc:sldChg>
      <pc:sldChg chg="modSp add mod">
        <pc:chgData name="Erberson Pinheiro" userId="c7a5b9113d4dffce" providerId="LiveId" clId="{D768A21E-9D35-4B36-9BFE-D44E2A829648}" dt="2026-08-23T20:38:12.267" v="89" actId="1076"/>
        <pc:sldMkLst>
          <pc:docMk/>
          <pc:sldMk cId="2051883311" sldId="3073"/>
        </pc:sldMkLst>
        <pc:spChg chg="mod">
          <ac:chgData name="Erberson Pinheiro" userId="c7a5b9113d4dffce" providerId="LiveId" clId="{D768A21E-9D35-4B36-9BFE-D44E2A829648}" dt="2026-08-23T20:38:12.267" v="89" actId="1076"/>
          <ac:spMkLst>
            <pc:docMk/>
            <pc:sldMk cId="2051883311" sldId="3073"/>
            <ac:spMk id="2" creationId="{7FCF89A7-AB90-0FA6-8094-68B2C266AACB}"/>
          </ac:spMkLst>
        </pc:spChg>
        <pc:picChg chg="mod">
          <ac:chgData name="Erberson Pinheiro" userId="c7a5b9113d4dffce" providerId="LiveId" clId="{D768A21E-9D35-4B36-9BFE-D44E2A829648}" dt="2026-08-23T20:37:41.986" v="85" actId="14826"/>
          <ac:picMkLst>
            <pc:docMk/>
            <pc:sldMk cId="2051883311" sldId="3073"/>
            <ac:picMk id="4" creationId="{953A3791-0F1A-4B5A-4ED2-27403AC416D5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E789DD-B456-4103-856E-94F62313C9D6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BFA8F0-7499-4485-8B0E-A8220A1E3E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6499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D7693DF-F4A9-4F0B-AAE8-9E0E43844A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9E0EAB38-44F5-42E5-87A8-AACEA25664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EEBFC15F-DC7A-4EB0-BEBB-1CC5B7B15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C06DA521-F074-4898-BF7E-2CAD3A445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14238AAE-AC7C-4D49-A82E-267E22515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0754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FBDC090-8FD0-4A1C-8DE9-804389A94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6093E21E-854B-43DE-93CF-BAE354EB6E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51A896D1-7525-4CFA-A6E7-50F54B58C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52C3688C-FE15-4776-93B6-C47D7E046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A7258081-001C-46AB-B235-24B9B68DB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6041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7F2B671-170F-4991-9B5D-B25A2C212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46342B92-6224-4299-99C5-F6F238BFF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7B386812-6064-4075-BA26-E6B5F0193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D4940B02-7C13-4D7C-9DBC-B84812DF5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86959E3D-8EAC-4E85-A452-C92A674E4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3819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95E5FA6-1A81-4E5D-B022-5DF575AF9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71273EF3-2F1A-4E1D-B2AD-76BA63C962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29604B66-321E-477B-8FA8-543DB42E10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F253A07D-B979-4686-90B7-FFFA24109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05110214-47E3-48CC-B489-E89EFBCC4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51B8360E-5778-49AD-9DCA-5C0CA11F7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131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A9BCDB93-CB3F-4DAF-B711-F17924C47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93269E05-AC51-4442-A14F-75299B2E23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206C4388-9DC3-4C28-97A5-123DFCDBEE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xmlns="" id="{865FD78F-8BA2-4733-862C-1170792E4C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xmlns="" id="{0D1718E3-43DC-402F-9711-0F1802C99A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xmlns="" id="{BEBBF3EE-4D00-4255-A25D-731354E47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xmlns="" id="{1BF8C3D4-27B9-49A9-A47C-B24D3439C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xmlns="" id="{291A8264-3F7E-478B-B675-1DED67FBF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0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20331760-F9E1-4B4B-BFF2-675C38B04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xmlns="" id="{65858EED-14C0-4F8F-8479-39E9141BB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9CB77C2B-DD04-491C-B47E-540FFFEF6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727E9D95-EFC1-446F-AACB-FE8BEFA7F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4218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xmlns="" id="{C1BDF033-3FE5-40C7-858E-EE51CE08F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xmlns="" id="{D18AE2F7-CE72-4C4F-846E-D0A37CA50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xmlns="" id="{962C2501-25D4-4C30-B841-62FC41F93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2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3D94796-8726-4AAE-AC5D-CE74D56C0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94CF62B1-B405-4453-81B3-BBF330A12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xmlns="" id="{DCCE8557-F1EF-4916-8777-E641CF9652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9D1F7E9A-08E9-4FEE-8E85-AEED64096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FFFCCC7A-AD0F-43C9-B27C-78C7AD994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2273CF1A-48E1-4E34-99EC-87CB3177C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4891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2CB7C83-54D7-4A22-9E0C-BF0E58D4E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xmlns="" id="{124ADACA-02F7-4530-B7E3-8DCF1B56FB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xmlns="" id="{1CD1D262-F9E5-4229-9B2B-80CD7F6A83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22AE3219-D351-4A13-8888-A25AFA7F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9BDDF6A5-A2E3-42EA-AC20-8628984DE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CD0E8ED9-0335-4E8E-B1F3-9FB730CC5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615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C82D172F-92AE-40A1-9E61-E06F0EB54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xmlns="" id="{CC9D0A08-166D-4402-A266-32845CE6E3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A98A9E39-166E-4749-BA94-72E636A62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3BFD5E80-1F9D-421B-B410-00F80A1EE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FDF84E03-26E0-416C-8554-98855E690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1831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xmlns="" id="{9D45F066-5B8A-48FC-9B33-AE0EE929F0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xmlns="" id="{9DCECA87-69D0-4051-8163-CBA414B017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52BDC7E5-655D-4405-AE2D-9A058DE76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D367C9E1-79EE-4966-AE6F-17B93D9D5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BDA06A84-6E45-487F-8876-E535A1762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29218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5D7693DF-F4A9-4F0B-AAE8-9E0E43844A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="" xmlns:a16="http://schemas.microsoft.com/office/drawing/2014/main" id="{9E0EAB38-44F5-42E5-87A8-AACEA25664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EEBFC15F-DC7A-4EB0-BEBB-1CC5B7B15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24/08/2026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C06DA521-F074-4898-BF7E-2CAD3A445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14238AAE-AC7C-4D49-A82E-267E22515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56703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7FBDC090-8FD0-4A1C-8DE9-804389A94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6093E21E-854B-43DE-93CF-BAE354EB6E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51A896D1-7525-4CFA-A6E7-50F54B58C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24/08/2026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52C3688C-FE15-4776-93B6-C47D7E046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A7258081-001C-46AB-B235-24B9B68DB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42676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B7F2B671-170F-4991-9B5D-B25A2C212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="" xmlns:a16="http://schemas.microsoft.com/office/drawing/2014/main" id="{46342B92-6224-4299-99C5-F6F238BFF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7B386812-6064-4075-BA26-E6B5F0193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24/08/2026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D4940B02-7C13-4D7C-9DBC-B84812DF5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86959E3D-8EAC-4E85-A452-C92A674E4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18682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995E5FA6-1A81-4E5D-B022-5DF575AF9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71273EF3-2F1A-4E1D-B2AD-76BA63C962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="" xmlns:a16="http://schemas.microsoft.com/office/drawing/2014/main" id="{29604B66-321E-477B-8FA8-543DB42E10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="" xmlns:a16="http://schemas.microsoft.com/office/drawing/2014/main" id="{F253A07D-B979-4686-90B7-FFFA24109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24/08/2026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="" xmlns:a16="http://schemas.microsoft.com/office/drawing/2014/main" id="{05110214-47E3-48CC-B489-E89EFBCC4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="" xmlns:a16="http://schemas.microsoft.com/office/drawing/2014/main" id="{51B8360E-5778-49AD-9DCA-5C0CA11F7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55675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A9BCDB93-CB3F-4DAF-B711-F17924C47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="" xmlns:a16="http://schemas.microsoft.com/office/drawing/2014/main" id="{93269E05-AC51-4442-A14F-75299B2E23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="" xmlns:a16="http://schemas.microsoft.com/office/drawing/2014/main" id="{206C4388-9DC3-4C28-97A5-123DFCDBEE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="" xmlns:a16="http://schemas.microsoft.com/office/drawing/2014/main" id="{865FD78F-8BA2-4733-862C-1170792E4C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="" xmlns:a16="http://schemas.microsoft.com/office/drawing/2014/main" id="{0D1718E3-43DC-402F-9711-0F1802C99A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="" xmlns:a16="http://schemas.microsoft.com/office/drawing/2014/main" id="{BEBBF3EE-4D00-4255-A25D-731354E47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24/08/2026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="" xmlns:a16="http://schemas.microsoft.com/office/drawing/2014/main" id="{1BF8C3D4-27B9-49A9-A47C-B24D3439C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="" xmlns:a16="http://schemas.microsoft.com/office/drawing/2014/main" id="{291A8264-3F7E-478B-B675-1DED67FBF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14149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20331760-F9E1-4B4B-BFF2-675C38B04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="" xmlns:a16="http://schemas.microsoft.com/office/drawing/2014/main" id="{65858EED-14C0-4F8F-8479-39E9141BB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24/08/2026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9CB77C2B-DD04-491C-B47E-540FFFEF6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727E9D95-EFC1-446F-AACB-FE8BEFA7F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7156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="" xmlns:a16="http://schemas.microsoft.com/office/drawing/2014/main" id="{C1BDF033-3FE5-40C7-858E-EE51CE08F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24/08/2026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="" xmlns:a16="http://schemas.microsoft.com/office/drawing/2014/main" id="{D18AE2F7-CE72-4C4F-846E-D0A37CA50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="" xmlns:a16="http://schemas.microsoft.com/office/drawing/2014/main" id="{962C2501-25D4-4C30-B841-62FC41F93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50335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33D94796-8726-4AAE-AC5D-CE74D56C0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94CF62B1-B405-4453-81B3-BBF330A12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="" xmlns:a16="http://schemas.microsoft.com/office/drawing/2014/main" id="{DCCE8557-F1EF-4916-8777-E641CF9652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="" xmlns:a16="http://schemas.microsoft.com/office/drawing/2014/main" id="{9D1F7E9A-08E9-4FEE-8E85-AEED64096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24/08/2026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="" xmlns:a16="http://schemas.microsoft.com/office/drawing/2014/main" id="{FFFCCC7A-AD0F-43C9-B27C-78C7AD994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="" xmlns:a16="http://schemas.microsoft.com/office/drawing/2014/main" id="{2273CF1A-48E1-4E34-99EC-87CB3177C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61344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02CB7C83-54D7-4A22-9E0C-BF0E58D4E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="" xmlns:a16="http://schemas.microsoft.com/office/drawing/2014/main" id="{124ADACA-02F7-4530-B7E3-8DCF1B56FB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="" xmlns:a16="http://schemas.microsoft.com/office/drawing/2014/main" id="{1CD1D262-F9E5-4229-9B2B-80CD7F6A83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="" xmlns:a16="http://schemas.microsoft.com/office/drawing/2014/main" id="{22AE3219-D351-4A13-8888-A25AFA7F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24/08/2026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="" xmlns:a16="http://schemas.microsoft.com/office/drawing/2014/main" id="{9BDDF6A5-A2E3-42EA-AC20-8628984DE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="" xmlns:a16="http://schemas.microsoft.com/office/drawing/2014/main" id="{CD0E8ED9-0335-4E8E-B1F3-9FB730CC5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76755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C82D172F-92AE-40A1-9E61-E06F0EB54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="" xmlns:a16="http://schemas.microsoft.com/office/drawing/2014/main" id="{CC9D0A08-166D-4402-A266-32845CE6E3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A98A9E39-166E-4749-BA94-72E636A62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24/08/2026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3BFD5E80-1F9D-421B-B410-00F80A1EE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FDF84E03-26E0-416C-8554-98855E690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80730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="" xmlns:a16="http://schemas.microsoft.com/office/drawing/2014/main" id="{9D45F066-5B8A-48FC-9B33-AE0EE929F0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="" xmlns:a16="http://schemas.microsoft.com/office/drawing/2014/main" id="{9DCECA87-69D0-4051-8163-CBA414B017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52BDC7E5-655D-4405-AE2D-9A058DE76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24/08/2026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D367C9E1-79EE-4966-AE6F-17B93D9D5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BDA06A84-6E45-487F-8876-E535A1762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83703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xmlns="" id="{0A8935E9-951F-47C4-9BDF-95A3A88D0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E593D208-98C1-477F-BDD7-9590CAABD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B4E2E00F-9981-497B-A0C6-B0EC7B08A5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13A7C9-E623-47E9-BF8C-18B1142F2EF1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60BEC5A9-48D3-46DC-ADC1-F9058E792F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D5E123F4-5E0B-4BC7-B58C-07337D3A9F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6799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="" xmlns:a16="http://schemas.microsoft.com/office/drawing/2014/main" id="{0A8935E9-951F-47C4-9BDF-95A3A88D0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="" xmlns:a16="http://schemas.microsoft.com/office/drawing/2014/main" id="{E593D208-98C1-477F-BDD7-9590CAABD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B4E2E00F-9981-497B-A0C6-B0EC7B08A5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13A7C9-E623-47E9-BF8C-18B1142F2EF1}" type="datetimeFigureOut">
              <a:rPr lang="pt-BR" smtClean="0">
                <a:solidFill>
                  <a:prstClr val="black">
                    <a:tint val="75000"/>
                  </a:prstClr>
                </a:solidFill>
                <a:cs typeface="Arial"/>
                <a:sym typeface="Arial"/>
              </a:rPr>
              <a:pPr/>
              <a:t>24/08/2026</a:t>
            </a:fld>
            <a:endParaRPr lang="pt-BR">
              <a:solidFill>
                <a:prstClr val="black">
                  <a:tint val="75000"/>
                </a:prstClr>
              </a:solidFill>
              <a:cs typeface="Arial"/>
              <a:sym typeface="Arial"/>
            </a:endParaRP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60BEC5A9-48D3-46DC-ADC1-F9058E792F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>
              <a:solidFill>
                <a:prstClr val="black">
                  <a:tint val="75000"/>
                </a:prstClr>
              </a:solidFill>
              <a:cs typeface="Arial"/>
              <a:sym typeface="Arial"/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D5E123F4-5E0B-4BC7-B58C-07337D3A9F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B6023E-0F44-4A5D-8ADF-67B810CA08DA}" type="slidenum">
              <a:rPr lang="pt-BR" smtClean="0">
                <a:solidFill>
                  <a:prstClr val="black">
                    <a:tint val="75000"/>
                  </a:prstClr>
                </a:solidFill>
                <a:cs typeface="Arial"/>
                <a:sym typeface="Arial"/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71575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" name="Imagem 5" descr="Interface gráfica do usuário, Texto, Aplicativo&#10;&#10;O conteúdo gerado por IA pode estar incorreto.">
            <a:extLst>
              <a:ext uri="{FF2B5EF4-FFF2-40B4-BE49-F238E27FC236}">
                <a16:creationId xmlns="" xmlns:a16="http://schemas.microsoft.com/office/drawing/2014/main" id="{4C7A3A92-BF24-A491-1B6F-72A61AD14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Imagem 3">
            <a:extLst>
              <a:ext uri="{FF2B5EF4-FFF2-40B4-BE49-F238E27FC236}">
                <a16:creationId xmlns="" xmlns:a16="http://schemas.microsoft.com/office/drawing/2014/main" id="{1A93AA03-52FD-1726-44CB-24B243745A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m 1" descr="Texto&#10;&#10;O conteúdo gerado por IA pode estar incorreto.">
            <a:extLst>
              <a:ext uri="{FF2B5EF4-FFF2-40B4-BE49-F238E27FC236}">
                <a16:creationId xmlns="" xmlns:a16="http://schemas.microsoft.com/office/drawing/2014/main" id="{3B83098A-03A3-A4F7-7FA9-2316BA206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m 1" descr="Interface gráfica do usuário, Texto&#10;&#10;Descrição gerada automaticamente">
            <a:extLst>
              <a:ext uri="{FF2B5EF4-FFF2-40B4-BE49-F238E27FC236}">
                <a16:creationId xmlns="" xmlns:a16="http://schemas.microsoft.com/office/drawing/2014/main" id="{05AC8714-2595-383E-01AD-62EBDED2D1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Imagem 2" descr="Interface gráfica do usuário, Aplicativo&#10;&#10;Descrição gerada automaticamente">
            <a:extLst>
              <a:ext uri="{FF2B5EF4-FFF2-40B4-BE49-F238E27FC236}">
                <a16:creationId xmlns="" xmlns:a16="http://schemas.microsoft.com/office/drawing/2014/main" id="{009AB57B-1832-9210-0401-E80F5E4630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8" name="Imagem 7" descr="Interface gráfica do usuário, Texto&#10;&#10;Descrição gerada automaticamente">
            <a:extLst>
              <a:ext uri="{FF2B5EF4-FFF2-40B4-BE49-F238E27FC236}">
                <a16:creationId xmlns="" xmlns:a16="http://schemas.microsoft.com/office/drawing/2014/main" id="{08DC7FB7-A579-3C6C-7EA8-C534B2378A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" name="Retângulo: Cantos Arredondados 12">
            <a:extLst>
              <a:ext uri="{FF2B5EF4-FFF2-40B4-BE49-F238E27FC236}">
                <a16:creationId xmlns="" xmlns:a16="http://schemas.microsoft.com/office/drawing/2014/main" id="{99CBE742-606A-4406-6D67-FDF7A89002C0}"/>
              </a:ext>
            </a:extLst>
          </p:cNvPr>
          <p:cNvSpPr/>
          <p:nvPr/>
        </p:nvSpPr>
        <p:spPr>
          <a:xfrm>
            <a:off x="410817" y="106017"/>
            <a:ext cx="11386268" cy="107342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pt-BR" sz="3200" dirty="0">
                <a:solidFill>
                  <a:prstClr val="white"/>
                </a:solidFill>
                <a:latin typeface="Georgia" panose="02040502050405020303" pitchFamily="18" charset="0"/>
                <a:sym typeface="Arial"/>
              </a:rPr>
              <a:t>Milhares de professores da EBD tem usado nossos slides</a:t>
            </a:r>
          </a:p>
          <a:p>
            <a:pPr algn="ctr">
              <a:defRPr/>
            </a:pPr>
            <a:r>
              <a:rPr lang="pt-BR" sz="3200" i="1" dirty="0">
                <a:solidFill>
                  <a:prstClr val="white"/>
                </a:solidFill>
                <a:latin typeface="Georgia" panose="02040502050405020303" pitchFamily="18" charset="0"/>
                <a:sym typeface="Arial"/>
              </a:rPr>
              <a:t>Faça parte desse grupo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="" xmlns:a16="http://schemas.microsoft.com/office/drawing/2014/main" id="{B8D6A6F4-7EE5-B7B5-2770-593554DA6C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84657"/>
            <a:ext cx="1219200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Imagem 2">
            <a:extLst>
              <a:ext uri="{FF2B5EF4-FFF2-40B4-BE49-F238E27FC236}">
                <a16:creationId xmlns="" xmlns:a16="http://schemas.microsoft.com/office/drawing/2014/main" id="{5C7F449C-CE92-BAC2-F5BC-DEB8121005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8374BC62-498A-4B31-AC26-B3FBB7D7A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2653037"/>
            <a:ext cx="10515600" cy="1325563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4000" b="1" dirty="0">
                <a:latin typeface="+mn-lt"/>
              </a:rPr>
              <a:t>Na plataforma </a:t>
            </a:r>
            <a:r>
              <a:rPr lang="pt-BR" sz="40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EBD EM FOCO </a:t>
            </a:r>
            <a:r>
              <a:rPr lang="pt-BR" sz="4000" b="1" dirty="0">
                <a:latin typeface="+mn-lt"/>
              </a:rPr>
              <a:t>você tem tudo que precisa para ministrar uma aula de excelência na EBD.</a:t>
            </a:r>
            <a:r>
              <a:rPr lang="pt-BR" sz="3600" b="1" dirty="0">
                <a:latin typeface="+mn-lt"/>
              </a:rPr>
              <a:t/>
            </a:r>
            <a:br>
              <a:rPr lang="pt-BR" sz="3600" b="1" dirty="0">
                <a:latin typeface="+mn-lt"/>
              </a:rPr>
            </a:br>
            <a:endParaRPr lang="pt-BR" sz="3600" b="1" dirty="0">
              <a:latin typeface="+mn-lt"/>
            </a:endParaRPr>
          </a:p>
        </p:txBody>
      </p:sp>
      <p:pic>
        <p:nvPicPr>
          <p:cNvPr id="11" name="Imagem 10" descr="Placa vermelha com letras brancas em fundo preto&#10;&#10;Descrição gerada automaticamente com confiança média">
            <a:extLst>
              <a:ext uri="{FF2B5EF4-FFF2-40B4-BE49-F238E27FC236}">
                <a16:creationId xmlns="" xmlns:a16="http://schemas.microsoft.com/office/drawing/2014/main" id="{726321B1-87BD-4882-AE85-70D90F18BBC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6715" y="4305117"/>
            <a:ext cx="778565" cy="77856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57521</TotalTime>
  <Words>1211</Words>
  <Application>Microsoft Office PowerPoint</Application>
  <PresentationFormat>Widescreen</PresentationFormat>
  <Paragraphs>73</Paragraphs>
  <Slides>36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36</vt:i4>
      </vt:variant>
    </vt:vector>
  </HeadingPairs>
  <TitlesOfParts>
    <vt:vector size="46" baseType="lpstr">
      <vt:lpstr>Aptos</vt:lpstr>
      <vt:lpstr>Arial</vt:lpstr>
      <vt:lpstr>Bernard MT Condensed</vt:lpstr>
      <vt:lpstr>Calibri</vt:lpstr>
      <vt:lpstr>Calibri Light</vt:lpstr>
      <vt:lpstr>Georgia</vt:lpstr>
      <vt:lpstr>Poppins</vt:lpstr>
      <vt:lpstr>Times New Roman</vt:lpstr>
      <vt:lpstr>Tema do Office</vt:lpstr>
      <vt:lpstr>1_Tema do Office</vt:lpstr>
      <vt:lpstr>Apresentação do PowerPoint</vt:lpstr>
      <vt:lpstr>Apresentação do PowerPoint</vt:lpstr>
      <vt:lpstr>Apresentação do PowerPoint</vt:lpstr>
      <vt:lpstr>I) Analisar a prisão de Paulo e compreender a fidelidade em meio à oposição;   II) Interpretar a defesa do apóstolo e reconhecer a sabedoria no testemunho público;   III) Aplicar o poder do testemunho pessoal à vivência cristã cotidiana.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 INTRODUÇÃO</vt:lpstr>
      <vt:lpstr>Apresentação do PowerPoint</vt:lpstr>
      <vt:lpstr>Apresentação do PowerPoint</vt:lpstr>
      <vt:lpstr>I – A PRISÃO DE PAULO EM JERUSALÉM</vt:lpstr>
      <vt:lpstr>I.1- A conspiração dos judeus e a falsa acusação de profanação do templo (At 21.27-30).</vt:lpstr>
      <vt:lpstr>Apresentação do PowerPoint</vt:lpstr>
      <vt:lpstr>Apresentação do PowerPoint</vt:lpstr>
      <vt:lpstr> I.2 - A divisão do templo em Jerusalém. </vt:lpstr>
      <vt:lpstr>Apresentação do PowerPoint</vt:lpstr>
      <vt:lpstr>Apresentação do PowerPoint</vt:lpstr>
      <vt:lpstr> I.3 - A intervenção das autoridades romanas  (At 21.31-36).</vt:lpstr>
      <vt:lpstr>Apresentação do PowerPoint</vt:lpstr>
      <vt:lpstr>Apresentação do PowerPoint</vt:lpstr>
      <vt:lpstr>Apresentação do PowerPoint</vt:lpstr>
      <vt:lpstr>Apresentação do PowerPoint</vt:lpstr>
      <vt:lpstr>II –  A OPORTUNIDADE PARA TESTEMUNHAR</vt:lpstr>
      <vt:lpstr>III – O PODER DO TESTEMUNHO PESSOAL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Na plataforma EBD EM FOCO você tem tudo que precisa para ministrar uma aula de excelência na EBD.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01</dc:title>
  <dc:creator>ingrid.stephaniesg@outlook.com</dc:creator>
  <cp:lastModifiedBy>Conta da Microsoft</cp:lastModifiedBy>
  <cp:revision>1443</cp:revision>
  <dcterms:created xsi:type="dcterms:W3CDTF">2021-12-07T17:21:42Z</dcterms:created>
  <dcterms:modified xsi:type="dcterms:W3CDTF">2026-08-24T11:23:14Z</dcterms:modified>
</cp:coreProperties>
</file>